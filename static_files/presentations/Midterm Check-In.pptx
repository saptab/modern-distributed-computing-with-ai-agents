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1281f98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1281f9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1281f98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1281f98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a1281f98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a1281f98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a1281f98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a1281f98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a1281f98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a1281f98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a1281f98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a1281f98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n.wikipedia.org/wiki/System_resource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google/gemma-3-1b-it/tree/main" TargetMode="External"/><Relationship Id="rId4" Type="http://schemas.openxmlformats.org/officeDocument/2006/relationships/hyperlink" Target="https://huggingface.co/datasets/google/bigbench" TargetMode="External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Check-In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By: Shale &amp; Omar 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this project about?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Programs (Web Browsers, File Readers, etc) use RAM, CPU, Disk, GPU,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Typically CPU usage, Disk usage, RAM usage are referred to as </a:t>
            </a:r>
            <a:r>
              <a:rPr lang="en" u="sng">
                <a:solidFill>
                  <a:schemeClr val="hlink"/>
                </a:solidFill>
                <a:hlinkClick r:id="rId3"/>
              </a:rPr>
              <a:t>resource</a:t>
            </a:r>
            <a:r>
              <a:rPr lang="en"/>
              <a:t> usage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models are no exception to this, because they are programs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Aim to reduce resource usage of multiple tasks for a limited computational facility.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150" y="2571750"/>
            <a:ext cx="2547698" cy="169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Aside on Load Balancing…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Distributing traffic across multiple servers to ensure the best possible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our case its to reduce resource usage, so speed or latency isn’t too important right now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idea is to predict how much resources will be used, allocate appropriately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546" y="1549046"/>
            <a:ext cx="1382925" cy="13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this in the first place?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environments have limited computing capabilities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IoT is one type place that can benefit from adaptive allocation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It’s novel! This approach is unique for load balancing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050" y="2422250"/>
            <a:ext cx="3685900" cy="262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been done so far? 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Profiled memory usage of Gemma AI model (</a:t>
            </a:r>
            <a:r>
              <a:rPr lang="en" u="sng">
                <a:solidFill>
                  <a:schemeClr val="hlink"/>
                </a:solidFill>
                <a:hlinkClick r:id="rId3"/>
              </a:rPr>
              <a:t>gemma-3-1b-it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Prompted AI model with data from Google (</a:t>
            </a:r>
            <a:r>
              <a:rPr lang="en" u="sng">
                <a:solidFill>
                  <a:schemeClr val="hlink"/>
                </a:solidFill>
                <a:hlinkClick r:id="rId4"/>
              </a:rPr>
              <a:t>bigbench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Visualized the CPU and Memory usage of the Gemma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Screenshot from 2025-11-26 08-17-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0200" y="2295575"/>
            <a:ext cx="5703600" cy="273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some next steps / possible approaches?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072225"/>
            <a:ext cx="8520600" cy="3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2467" lvl="0" marL="457200" rtl="0" algn="l">
              <a:spcBef>
                <a:spcPts val="0"/>
              </a:spcBef>
              <a:spcAft>
                <a:spcPts val="0"/>
              </a:spcAft>
              <a:buSzPts val="1636"/>
              <a:buAutoNum type="arabicParenR"/>
            </a:pPr>
            <a:r>
              <a:rPr lang="en" sz="1650"/>
              <a:t>Get a few more models</a:t>
            </a:r>
            <a:endParaRPr sz="1650"/>
          </a:p>
          <a:p>
            <a:pPr indent="-350640" lvl="1" marL="914400" rtl="0" algn="l">
              <a:spcBef>
                <a:spcPts val="0"/>
              </a:spcBef>
              <a:spcAft>
                <a:spcPts val="0"/>
              </a:spcAft>
              <a:buSzPts val="1922"/>
              <a:buAutoNum type="alphaLcParenR"/>
            </a:pPr>
            <a:r>
              <a:rPr lang="en" sz="1650"/>
              <a:t>Each will </a:t>
            </a:r>
            <a:r>
              <a:rPr lang="en" sz="1650"/>
              <a:t>have</a:t>
            </a:r>
            <a:r>
              <a:rPr lang="en" sz="1650"/>
              <a:t> a different use (Evaluation, Prompt Splitting, etc)</a:t>
            </a:r>
            <a:endParaRPr sz="1000"/>
          </a:p>
          <a:p>
            <a:pPr indent="-335642" lvl="0" marL="457200" rtl="0" algn="l">
              <a:spcBef>
                <a:spcPts val="1000"/>
              </a:spcBef>
              <a:spcAft>
                <a:spcPts val="0"/>
              </a:spcAft>
              <a:buSzPts val="1686"/>
              <a:buAutoNum type="arabicParenR"/>
            </a:pPr>
            <a:r>
              <a:rPr lang="en" sz="1700"/>
              <a:t>Set up some models over the network</a:t>
            </a:r>
            <a:endParaRPr sz="1700"/>
          </a:p>
          <a:p>
            <a:pPr indent="-353815" lvl="1" marL="914400" rtl="0" algn="l">
              <a:spcBef>
                <a:spcPts val="0"/>
              </a:spcBef>
              <a:spcAft>
                <a:spcPts val="0"/>
              </a:spcAft>
              <a:buSzPts val="1972"/>
              <a:buAutoNum type="alphaLcParenR"/>
            </a:pPr>
            <a:r>
              <a:rPr lang="en" sz="1700"/>
              <a:t>Pass messages between containers/machines about resource usage</a:t>
            </a:r>
            <a:endParaRPr sz="1000"/>
          </a:p>
          <a:p>
            <a:pPr indent="-341992" lvl="0" marL="457200" rtl="0" algn="l">
              <a:spcBef>
                <a:spcPts val="1000"/>
              </a:spcBef>
              <a:spcAft>
                <a:spcPts val="0"/>
              </a:spcAft>
              <a:buSzPts val="1786"/>
              <a:buAutoNum type="arabicParenR"/>
            </a:pPr>
            <a:r>
              <a:rPr lang="en"/>
              <a:t>Learn more </a:t>
            </a:r>
            <a:r>
              <a:rPr lang="en"/>
              <a:t>about typical load balancing strategies/algorithms</a:t>
            </a:r>
            <a:endParaRPr/>
          </a:p>
          <a:p>
            <a:pPr indent="-334765" lvl="1" marL="914400" rtl="0" algn="l">
              <a:spcBef>
                <a:spcPts val="0"/>
              </a:spcBef>
              <a:spcAft>
                <a:spcPts val="0"/>
              </a:spcAft>
              <a:buSzPts val="1672"/>
              <a:buAutoNum type="alphaLcParenR"/>
            </a:pPr>
            <a:r>
              <a:rPr lang="en"/>
              <a:t>e.g. Round Robin, Weighted Round Robin, Least Response Time, etc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313" y="3799250"/>
            <a:ext cx="2141775" cy="12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Fin, Any questions? </a:t>
            </a:r>
            <a:endParaRPr b="1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50" y="2965225"/>
            <a:ext cx="27051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