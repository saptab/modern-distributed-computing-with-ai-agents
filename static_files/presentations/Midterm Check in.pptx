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f60b23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9f60b23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33b030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33b030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f60b23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f60b23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f60b23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f60b23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f60b23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f60b23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JimenezJK16/Modern-Distributed-Midterm-Projec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91925"/>
            <a:ext cx="8520600" cy="94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Fault Tolerance through AI Debate</a:t>
            </a:r>
            <a:endParaRPr sz="71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147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Joshua Jimenez &amp;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Gupta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 title="Screenshot 2025-11-25 2307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875" y="1445025"/>
            <a:ext cx="4090259" cy="270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01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 communication/discussion between multiple AI agents to </a:t>
            </a: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sensor failure detection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will do</a:t>
            </a:r>
            <a:endParaRPr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01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cost/benefit of the AI models in terms of successful error correction vs time taken. </a:t>
            </a:r>
            <a:b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Basically, determine if the agents are improving the ability for error detection and if the time taken by </a:t>
            </a: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debate</a:t>
            </a:r>
            <a:r>
              <a:rPr lang="en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worth the efficiency gain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</a:t>
            </a:r>
            <a:endParaRPr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SensorLLM</a:t>
            </a:r>
            <a:r>
              <a:rPr lang="en" sz="3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will be the baseline we will compare to.</a:t>
            </a:r>
            <a:endParaRPr sz="3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be testing how effective this system is at making corrections on its own while also measuring execution time each trial. We’ll use this as a “control” group to compare against a multi-agent environment .</a:t>
            </a:r>
            <a:b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https://github.com/JimenezJK16/Modern-Distributed-Midterm-Project</a:t>
            </a:r>
            <a:endParaRPr sz="2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5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-"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a reliable method of determining </a:t>
            </a: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consensus</a:t>
            </a: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agents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-"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 a larger number of agents 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-"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 more sensor datasets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-"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testing, with more statistical data collected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-"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 our findings into a report </a:t>
            </a: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