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Merriweath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Merriweather-regular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9e7f0955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9e7f0955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9e7f0955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9e7f0955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9e7f09556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9e7f09556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a10fc69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a10fc69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9e7f09556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9e7f0955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9e7f0955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9e7f0955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notion.so/Final-Proj-29d5b7926dc3805b8c84e6000573667e?source=copy_link" TargetMode="External"/><Relationship Id="rId4" Type="http://schemas.openxmlformats.org/officeDocument/2006/relationships/hyperlink" Target="https://github.com/MustafaDon777/360-f25-Proj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47125" y="411025"/>
            <a:ext cx="8520600" cy="23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Resilient Data Routing Algorithms for NextGen Multi-Agent Connected Autonomous Vehicle Networks</a:t>
            </a:r>
            <a:endParaRPr sz="3200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2460625" y="3457200"/>
            <a:ext cx="4293600" cy="16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10">
                <a:solidFill>
                  <a:srgbClr val="666666"/>
                </a:solidFill>
              </a:rPr>
              <a:t>Research </a:t>
            </a:r>
            <a:r>
              <a:rPr lang="en" sz="2610">
                <a:solidFill>
                  <a:srgbClr val="666666"/>
                </a:solidFill>
              </a:rPr>
              <a:t>brief update</a:t>
            </a:r>
            <a:endParaRPr sz="2610">
              <a:solidFill>
                <a:srgbClr val="6666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10">
                <a:solidFill>
                  <a:srgbClr val="666666"/>
                </a:solidFill>
              </a:rPr>
              <a:t>by</a:t>
            </a:r>
            <a:endParaRPr sz="2610">
              <a:solidFill>
                <a:srgbClr val="6666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10">
                <a:solidFill>
                  <a:srgbClr val="666666"/>
                </a:solidFill>
              </a:rPr>
              <a:t>Mustafa Donmez, Marcley C.</a:t>
            </a:r>
            <a:endParaRPr sz="261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planning models used in the industry is our competition.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At the moment our goal is to eventually reach a model that can work well in comparison, slowly ramping up its complexity. Eventually reaching a model that aligns with our ideal: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Autonomous Vehicles (AVs) that can improve overall decision making (such as routing) through local communication networks.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106275" y="500925"/>
            <a:ext cx="4109100" cy="250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Background Information</a:t>
            </a:r>
            <a:endParaRPr sz="29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And</a:t>
            </a:r>
            <a:endParaRPr sz="29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Research</a:t>
            </a:r>
            <a:endParaRPr sz="2900"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AVs utilize ROS/RTOS, many sensors, actuators and microcontrollers.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Robotics Operating Systems find themselves as the standard in the industry.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500"/>
              <a:buChar char="●"/>
            </a:pPr>
            <a:r>
              <a:rPr lang="en" sz="1500"/>
              <a:t>Companies like </a:t>
            </a:r>
            <a:r>
              <a:rPr b="1" lang="en" sz="1500"/>
              <a:t>Waymo</a:t>
            </a:r>
            <a:r>
              <a:rPr lang="en" sz="1500"/>
              <a:t> use pipelined architectures, promoting the use of many </a:t>
            </a:r>
            <a:r>
              <a:rPr b="1" lang="en" sz="1500"/>
              <a:t>sub-models</a:t>
            </a:r>
            <a:r>
              <a:rPr lang="en" sz="1500"/>
              <a:t> for handling specific tasks.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Progress - Sim demo</a:t>
            </a:r>
            <a:endParaRPr/>
          </a:p>
        </p:txBody>
      </p:sp>
      <p:pic>
        <p:nvPicPr>
          <p:cNvPr id="83" name="Google Shape;83;p16" title="MARL sim (1).gif"/>
          <p:cNvPicPr preferRelativeResize="0"/>
          <p:nvPr/>
        </p:nvPicPr>
        <p:blipFill rotWithShape="1">
          <a:blip r:embed="rId3">
            <a:alphaModFix/>
          </a:blip>
          <a:srcRect b="0" l="0" r="12487" t="0"/>
          <a:stretch/>
        </p:blipFill>
        <p:spPr>
          <a:xfrm>
            <a:off x="129275" y="152400"/>
            <a:ext cx="5225875" cy="41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5615400" y="152400"/>
            <a:ext cx="3396300" cy="410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</a:rPr>
              <a:t>Multi-Agent Grid Navigation with Deep Actor-Critic (MARL (GN) + A2C)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MARL in Pytorch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Environment in Pygame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106275" y="500925"/>
            <a:ext cx="4109100" cy="250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Metrics to be used</a:t>
            </a:r>
            <a:endParaRPr sz="2900"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F-measure to know how good the model is to reach the goal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latency to determine how well agents are collaborating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Resource efficiency to compare with the current models</a:t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Directions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Expand on the models we can implement.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Improve on the models architecture.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500"/>
              <a:buChar char="●"/>
            </a:pPr>
            <a:r>
              <a:rPr lang="en" sz="1500"/>
              <a:t>Continue to try and get pre-established works (e.g. Waymax) up and running 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675" y="798600"/>
            <a:ext cx="37833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 and Links</a:t>
            </a:r>
            <a:endParaRPr/>
          </a:p>
        </p:txBody>
      </p:sp>
      <p:sp>
        <p:nvSpPr>
          <p:cNvPr id="102" name="Google Shape;102;p19"/>
          <p:cNvSpPr txBox="1"/>
          <p:nvPr>
            <p:ph idx="4294967295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research document: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https://www.notion.so/Final-Proj-29d5b7926dc3805b8c84e6000573667e?source=copy_link</a:t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Simulation github: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https://github.com/MustafaDon777/360-f25-Proj/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